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50800" cy="2743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PERSONAL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王佳顺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大数据专业 · AI Agent 探索者 · 内容创作者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5486400" cy="254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「一个热爱 AI 的学习者，正在从零搭建自己的智能世界。」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ENFJ  |  济南  |  先做题再学习  |  3个月目标：做出自己的 AI Agent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0" y="4114800"/>
            <a:ext cx="2286000" cy="22860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4754880"/>
            <a:ext cx="1371600" cy="13716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20095" y="274320"/>
            <a:ext cx="1097280" cy="109728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411479"/>
            <a:ext cx="1828800" cy="1828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50800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关于我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737360"/>
            <a:ext cx="182880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594360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63500" cy="3931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  <a:defRPr sz="26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王佳顺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我是一名在济南读书的大学生，主修大数据专业。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MBTI 是 ENFJ（主人公型），喜欢分享、乐于助人，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享受把复杂的东西讲清楚的感觉。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平时除了泡在 AI 里，也喜欢运动 — 一动一静，刚好平衡。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750"/>
              </a:spcAft>
              <a:defRPr sz="1500" b="1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「让 AI 不只停留在聊天框里，</a:t>
            </a:r>
          </a:p>
          <a:p>
            <a:pPr algn="l">
              <a:spcAft>
                <a:spcPts val="750"/>
              </a:spcAft>
              <a:defRPr sz="1500" b="1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  而是能自己调用工具、做出决策、完成任务。」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377440"/>
            <a:ext cx="3840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56032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ENFJ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主人公型 · 乐于分享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566160"/>
            <a:ext cx="3840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0" y="374904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822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大数据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专业方向 · 数据工程与科学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754880"/>
            <a:ext cx="38404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0" y="4937760"/>
            <a:ext cx="594360" cy="5943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5010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892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yishi666521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20095" y="274320"/>
            <a:ext cx="1097280" cy="109728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411479"/>
            <a:ext cx="1828800" cy="1828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50800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核心方向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737360"/>
            <a:ext cx="182880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2468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286000"/>
            <a:ext cx="2468880" cy="50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0" y="2560320"/>
            <a:ext cx="1188720" cy="3657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587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当前主攻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840480"/>
            <a:ext cx="1554480" cy="12700"/>
          </a:xfrm>
          <a:prstGeom prst="rect">
            <a:avLst/>
          </a:prstGeom>
          <a:solidFill>
            <a:srgbClr val="D7C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Agent 架构</a:t>
            </a:r>
            <a:br/>
            <a:r>
              <a:t>Tool Use &amp; Function Calling</a:t>
            </a:r>
            <a:br/>
            <a:r>
              <a:t>MCP 协议 · 对话式开发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286000"/>
            <a:ext cx="2468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286000"/>
            <a:ext cx="2468880" cy="50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2560320"/>
            <a:ext cx="1188720" cy="3657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大数据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专业方向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1554480" cy="12700"/>
          </a:xfrm>
          <a:prstGeom prst="rect">
            <a:avLst/>
          </a:prstGeom>
          <a:solidFill>
            <a:srgbClr val="D7C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数据工程 (ETL/数仓)</a:t>
            </a:r>
            <a:br/>
            <a:r>
              <a:t>数据科学 (分析/建模)</a:t>
            </a:r>
            <a:br/>
            <a:r>
              <a:t>机器学习流水线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286000"/>
            <a:ext cx="2468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286000"/>
            <a:ext cx="2468880" cy="50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0" y="2560320"/>
            <a:ext cx="1188720" cy="3657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2587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C++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编程语言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840480"/>
            <a:ext cx="1554480" cy="12700"/>
          </a:xfrm>
          <a:prstGeom prst="rect">
            <a:avLst/>
          </a:prstGeom>
          <a:solidFill>
            <a:srgbClr val="D7C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算法实现</a:t>
            </a:r>
            <a:br/>
            <a:r>
              <a:t>系统底层开发</a:t>
            </a:r>
            <a:br/>
            <a:r>
              <a:t>数据结构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286000"/>
            <a:ext cx="24688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2286000"/>
            <a:ext cx="2468880" cy="50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66960" y="2560320"/>
            <a:ext cx="1188720" cy="3657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587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知识工程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基础设施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3840480"/>
            <a:ext cx="1554480" cy="12700"/>
          </a:xfrm>
          <a:prstGeom prst="rect">
            <a:avLst/>
          </a:prstGeom>
          <a:solidFill>
            <a:srgbClr val="D7C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40233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Obsidian 知识库</a:t>
            </a:r>
            <a:br/>
            <a:r>
              <a:t>AI Native 方法论</a:t>
            </a:r>
            <a:br/>
            <a:r>
              <a:t>信息管理系统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20095" y="274320"/>
            <a:ext cx="1097280" cy="109728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411479"/>
            <a:ext cx="1828800" cy="1828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50800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54864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rPr lang="zh-CN"/>
              <a:t>最近的研究方向：</a:t>
            </a:r>
            <a:r>
              <a:t>对话式 AI Agent 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63500" cy="4114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4206240" cy="298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项目概述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750"/>
              </a:spcAft>
              <a:defRPr sz="15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3</a:t>
            </a:r>
            <a:r>
              <a:rPr lang="zh-CN"/>
              <a:t>天</a:t>
            </a:r>
            <a:r>
              <a:t>目标：做出一个能对话、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能调用工具的 AI Agent。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50"/>
              </a:spcAft>
              <a:defRPr sz="17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技术栈（规划）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LLM: OpenAI / Claude API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框架: Codex Agent / OpenAI SDK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协议: MCP (Model Context Protocol)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数据源: Obsidian 知识库</a:t>
            </a:r>
          </a:p>
        </p:txBody>
      </p:sp>
      <p:sp>
        <p:nvSpPr>
          <p:cNvPr id="11" name="Oval 10"/>
          <p:cNvSpPr/>
          <p:nvPr>
            <p:custDataLst>
              <p:tags r:id="rId1"/>
            </p:custDataLst>
          </p:nvPr>
        </p:nvSpPr>
        <p:spPr>
          <a:xfrm>
            <a:off x="6583680" y="2423160"/>
            <a:ext cx="274320" cy="27432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7040880" y="219456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722376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阶段 1: 理论基础</a:t>
            </a: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905256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第 1-2 周</a:t>
            </a: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722376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Agent 架构 · ReAct</a:t>
            </a:r>
            <a:br/>
            <a:r>
              <a:t>Function Calling · MCP</a:t>
            </a:r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6702552" y="2697480"/>
            <a:ext cx="94996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>
            <p:custDataLst>
              <p:tags r:id="rId7"/>
            </p:custDataLst>
          </p:nvPr>
        </p:nvSpPr>
        <p:spPr>
          <a:xfrm>
            <a:off x="6583680" y="3474720"/>
            <a:ext cx="274320" cy="27432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7040880" y="324612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722376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阶段 2: 动手实验</a:t>
            </a: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90525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第 3-4 周</a:t>
            </a: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722376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Function Calling 实现</a:t>
            </a:r>
            <a:br/>
            <a:r>
              <a:t>搭建 MCP Server</a:t>
            </a:r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6702552" y="3749040"/>
            <a:ext cx="94996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>
            <p:custDataLst>
              <p:tags r:id="rId13"/>
            </p:custDataLst>
          </p:nvPr>
        </p:nvSpPr>
        <p:spPr>
          <a:xfrm>
            <a:off x="6583680" y="4526280"/>
            <a:ext cx="274320" cy="274320"/>
          </a:xfrm>
          <a:prstGeom prst="ellipse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4"/>
            </p:custDataLst>
          </p:nvPr>
        </p:nvSpPr>
        <p:spPr>
          <a:xfrm>
            <a:off x="7040880" y="429768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722376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阶段 3: 功能完善</a:t>
            </a: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905256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第 5-8 周</a:t>
            </a:r>
          </a:p>
        </p:txBody>
      </p:sp>
      <p:sp>
        <p:nvSpPr>
          <p:cNvPr id="27" name="TextBox 26"/>
          <p:cNvSpPr txBox="1"/>
          <p:nvPr>
            <p:custDataLst>
              <p:tags r:id="rId17"/>
            </p:custDataLst>
          </p:nvPr>
        </p:nvSpPr>
        <p:spPr>
          <a:xfrm>
            <a:off x="7223760" y="4709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扩展工具集 · 连接知识库</a:t>
            </a:r>
            <a:br/>
            <a:r>
              <a:t>记忆/上下文管理</a:t>
            </a:r>
          </a:p>
        </p:txBody>
      </p:sp>
      <p:sp>
        <p:nvSpPr>
          <p:cNvPr id="28" name="Rectangle 27"/>
          <p:cNvSpPr/>
          <p:nvPr>
            <p:custDataLst>
              <p:tags r:id="rId18"/>
            </p:custDataLst>
          </p:nvPr>
        </p:nvSpPr>
        <p:spPr>
          <a:xfrm>
            <a:off x="6702552" y="4800600"/>
            <a:ext cx="94996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>
            <p:custDataLst>
              <p:tags r:id="rId19"/>
            </p:custDataLst>
          </p:nvPr>
        </p:nvSpPr>
        <p:spPr>
          <a:xfrm>
            <a:off x="6583680" y="5577840"/>
            <a:ext cx="274320" cy="274320"/>
          </a:xfrm>
          <a:prstGeom prst="ellipse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>
            <p:custDataLst>
              <p:tags r:id="rId20"/>
            </p:custDataLst>
          </p:nvPr>
        </p:nvSpPr>
        <p:spPr>
          <a:xfrm>
            <a:off x="7040880" y="5349240"/>
            <a:ext cx="4572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1"/>
            </p:custDataLst>
          </p:nvPr>
        </p:nvSpPr>
        <p:spPr>
          <a:xfrm>
            <a:off x="722376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阶段 4: 落地部署</a:t>
            </a:r>
          </a:p>
        </p:txBody>
      </p:sp>
      <p:sp>
        <p:nvSpPr>
          <p:cNvPr id="32" name="TextBox 31"/>
          <p:cNvSpPr txBox="1"/>
          <p:nvPr>
            <p:custDataLst>
              <p:tags r:id="rId22"/>
            </p:custDataLst>
          </p:nvPr>
        </p:nvSpPr>
        <p:spPr>
          <a:xfrm>
            <a:off x="90525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第 9-12 周</a:t>
            </a:r>
          </a:p>
        </p:txBody>
      </p:sp>
      <p:sp>
        <p:nvSpPr>
          <p:cNvPr id="33" name="TextBox 32"/>
          <p:cNvSpPr txBox="1"/>
          <p:nvPr>
            <p:custDataLst>
              <p:tags r:id="rId23"/>
            </p:custDataLst>
          </p:nvPr>
        </p:nvSpPr>
        <p:spPr>
          <a:xfrm>
            <a:off x="7223760" y="5760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稳定版本 · 项目文档</a:t>
            </a:r>
            <a:br/>
            <a:r>
              <a:t>内容展示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20095" y="274320"/>
            <a:ext cx="1097280" cy="109728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411479"/>
            <a:ext cx="1828800" cy="1828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50800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学习方法与知识库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737360"/>
            <a:ext cx="182880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63500" cy="4114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42062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先做题，再学习</a:t>
            </a:r>
            <a:r>
              <a:rPr lang="zh-CN"/>
              <a:t>（因人而</a:t>
            </a:r>
            <a:r>
              <a:rPr lang="zh-CN"/>
              <a:t>异）</a:t>
            </a:r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1645920" y="3017520"/>
            <a:ext cx="1828800" cy="127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4206240" cy="191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defRPr sz="15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遇到新东西 → 直接上手做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遇到不会的 → 去查、去补、去学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700"/>
              </a:spcAft>
              <a:defRPr sz="1400" b="1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带着问题学，效率比先啃理论高得多。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每周约 10 小时投入 AI 学习，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时间不算多，但胜在持续。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94560"/>
            <a:ext cx="4754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80" y="232257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3591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67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Inbox 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信息收集入口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017520"/>
            <a:ext cx="4754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80" y="314553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1821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090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Research 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401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AI · 数学 · 大数据 · 编程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40480"/>
            <a:ext cx="4754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396849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4005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913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内容生产管线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224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选题 → 脚本 → 发布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63440"/>
            <a:ext cx="4754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2280" y="479145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48280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736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AI 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047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学习经验 · 决策 · 最佳实践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486400"/>
            <a:ext cx="475488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5614416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56509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知识图谱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14 个主题中心页串联知识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20095" y="274320"/>
            <a:ext cx="1097280" cy="109728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411479"/>
            <a:ext cx="1828800" cy="1828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50800" cy="7315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内容创作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737360"/>
            <a:ext cx="1828800" cy="12700"/>
          </a:xfrm>
          <a:prstGeom prst="rect">
            <a:avLst/>
          </a:prstGeom>
          <a:solidFill>
            <a:srgbClr val="BC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64008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63500" cy="41148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用学习者的真实视角，把 AI 讲清楚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在抖音和小红书上分享 AI 相关内容。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D4037"/>
                </a:solidFill>
                <a:latin typeface="微软雅黑" panose="020B0503020204020204" charset="-122"/>
              </a:defRPr>
            </a:pPr>
            <a:r>
              <a:t>风格主打轻松、接地气 — 不讲大道理，不装专业。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00"/>
              </a:spcAft>
              <a:defRPr sz="1600" b="1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「让 AI 那些看似复杂的东西，变得简单。」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C1810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50"/>
              </a:spcAft>
              <a:defRPr sz="17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内容形式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抖音: AI 知识科普 · Agent 概念讲解 · 工具推荐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小红书: AI 学习笔记 · 知识总结 · 学习路线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抖音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@意识（搜索中）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6616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小红书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@意识（搜索中）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5488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257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yishi666521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noFill/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01752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学习的路上，我们一起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8860B"/>
                </a:solidFill>
                <a:latin typeface="微软雅黑" panose="020B0503020204020204" charset="-122"/>
              </a:defRPr>
            </a:pPr>
            <a:r>
              <a:t>一个热爱 AI 的学习者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114800"/>
            <a:ext cx="5760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C1810"/>
                </a:solidFill>
                <a:latin typeface="微软雅黑" panose="020B0503020204020204" charset="-122"/>
              </a:defRPr>
            </a:pPr>
            <a:r>
              <a:t>GitHub  ·  抖音  ·  小红书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8D6E63"/>
                </a:solidFill>
                <a:latin typeface="微软雅黑" panose="020B0503020204020204" charset="-122"/>
              </a:defRPr>
            </a:pPr>
            <a:r>
              <a:t>yishi666521  |  @意识（搜索中）</a:t>
            </a:r>
          </a:p>
          <a:p>
            <a:pPr algn="ctr">
              <a:defRPr sz="110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王佳顺 · 济南 · 大数据专业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C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CAAA4"/>
                </a:solidFill>
                <a:latin typeface="微软雅黑" panose="020B0503020204020204" charset="-122"/>
              </a:defRPr>
            </a:pPr>
            <a:r>
              <a:t>感谢你的时间  |  let me know if you have any questions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3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4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5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6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7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8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9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0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1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2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3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4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5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6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7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8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19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0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1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2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3.xml><?xml version="1.0" encoding="utf-8"?>
<p:tagLst xmlns:p="http://schemas.openxmlformats.org/presentationml/2006/main">
  <p:tag name="KSO_WM_DIAGRAM_VIRTUALLY_FRAME" val="{&quot;height&quot;:320.4,&quot;left&quot;:518.4,&quot;top&quot;:172.8,&quot;width&quot;:396}"/>
</p:tagLst>
</file>

<file path=ppt/tags/tag24.xml><?xml version="1.0" encoding="utf-8"?>
<p:tagLst xmlns:p="http://schemas.openxmlformats.org/presentationml/2006/main">
  <p:tag name="commondata" val="eyJoZGlkIjoiYjlmMDgyYzIwZGFkYTEzMmVjYTM3NDdjZGE3ZjA3Mz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WPS 演示</Application>
  <PresentationFormat>On-screen Show (4:3)</PresentationFormat>
  <Paragraphs>200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hope</cp:lastModifiedBy>
  <cp:revision>3</cp:revision>
  <dcterms:created xsi:type="dcterms:W3CDTF">2013-01-27T09:14:00Z</dcterms:created>
  <dcterms:modified xsi:type="dcterms:W3CDTF">2026-07-11T08:07:44Z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8E457A34A9C14DB9ACE125AA9AF997A2_12</vt:lpwstr>
  </property>
  <property fmtid="{D5CDD505-2E9C-101B-9397-08002B2CF9AE}" pid="3" name="KSOProductBuildVer">
    <vt:lpwstr>2052-12.1.0.17468</vt:lpwstr>
  </property>
</Properties>
</file>